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3f4ada14b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3f4ada14b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6c1a5b64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6c1a5b64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6c1a5b6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6c1a5b6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6c1a5b64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6c1a5b64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6c1a5b64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6c1a5b6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6c1a5b64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6c1a5b64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6c1a5b64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6c1a5b6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6c1a5b64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6c1a5b64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6c1a5b64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6c1a5b64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6c1a5b64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6c1a5b64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6c1a5b64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6c1a5b64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6c1a5b64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6c1a5b64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3f4ada1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3f4ada1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hishing Awareness Training"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roduction to Phishing&#10;&#10;Definition: Phishing is a cyber attack that uses disguised email as a weapon to trick the recipient into believing the message is something they want or need.&#10;&#10;&#10;The Objective: Attackers aim to steal sensitive data like login credentials and credit card numbers."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cial Engineering Tactics&#10;&#10;Psychological Manipulation: It explains how attackers use human psychology rather than technical hacking to gain access.&#10;&#10;Common Triggers:&#10;&#10;&#10;Urgency: &quot;Your account will be deleted in 24 hours&quot;.&#10;&#10;&#10;Authority: Faking an email from a CEO or a government agency.&#10;&#10;&#10;Fear: Claiming there has been suspicious activity on a bank account."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w to Recognize a Phishing Email&#10;&#10;Check the Sender: Look for subtle misspellings in the domain name (e.g., @https://www.google.com/search?q=g00gle.com instead of @https://www.google.com/search?q=google.com).&#10;&#10;&#10;Generic Greetings: Be wary of emails starting with &quot;Dear Valued Customer&quot; instead of your name.&#10;&#10;&#10;Suspicious Links: Always hover your mouse over a link to see the actual destination URL before clicking.&#10;&#10;&#10;Unusual Attachments: Never open unexpected .zip or .exe files."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al-World Examples &amp; Scenarios&#10;The &quot;IT Support&quot; &amp; Credential Theft Scam&#10;&#10;&#10;The Scenario: An email asking you to &quot;validate your password&quot; on a fake login page.&#10;&#10;The Data: Approximately 35% to 40% of all phishing attacks are specifically designed for credential harvesting, making it the most common goal of phishers.&#10;&#10;The &quot;Invoice&quot; &amp; Malicious Attachment Scam&#10;&#10;&#10;The Scenario: A fake bill attached as a PDF or ZIP file that contains hidden malware.&#10;&#10;The Data: Research shows that nearly 1 in 10 malicious emails contain a weaponized attachment, with PDFs being the most common file type used to deliver malware.&#10;&#10;The Human Factor&#10;&#10;&#10;The Data: Despite technical defenses, over 80% of successful data breaches involve a human element, such as clicking a phishing link or falling for social engineering."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al-World Examples &amp; Scenarios&#10;The &quot;IT Support&quot; &amp; Credential Theft Scam&#10;&#10;&#10;The Scenario: An email asking you to &quot;validate your password&quot; on a fake login page.&#10;&#10;The Data: Approximately 35% to 40% of all phishing attacks are specifically designed for credential harvesting, making it the most common goal of phishers.&#10;&#10;The &quot;Invoice&quot; &amp; Malicious Attachment Scam&#10;&#10;&#10;The Scenario: A fake bill attached as a PDF or ZIP file that contains hidden malware.&#10;&#10;The Data: Research shows that nearly 1 in 10 malicious emails contain a weaponized attachment, with PDFs being the most common file type used to deliver malware.&#10;&#10;The Human Factor&#10;&#10;&#10;The Data: Despite technical defenses, over 80% of successful data breaches involve a human element, such as clicking a phishing link or falling for social engineering."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al-World Examples &amp; Scenarios&#10;The &quot;IT Support&quot; &amp; Credential Theft Scam&#10;&#10;&#10;The Scenario: An email asking you to &quot;validate your password&quot; on a fake login page.&#10;&#10;The Data: Approximately 35% to 40% of all phishing attacks are specifically designed for credential harvesting, making it the most common goal of phishers.&#10;&#10;The &quot;Invoice&quot; &amp; Malicious Attachment Scam&#10;&#10;&#10;The Scenario: A fake bill attached as a PDF or ZIP file that contains hidden malware.&#10;&#10;The Data: Research shows that nearly 1 in 10 malicious emails contain a weaponized attachment, with PDFs being the most common file type used to deliver malware.&#10;&#10;The Human Factor&#10;&#10;&#10;The Data: Despite technical defenses, over 80% of successful data breaches involve a human element, such as clicking a phishing link or falling for social engineering."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al-World Examples &amp; Scenarios&#10;The &quot;IT Support&quot; &amp; Credential Theft Scam&#10;&#10;&#10;The Scenario: An email asking you to &quot;validate your password&quot; on a fake login page.&#10;&#10;The Data: Approximately 35% to 40% of all phishing attacks are specifically designed for credential harvesting, making it the most common goal of phishers.&#10;&#10;The &quot;Invoice&quot; &amp; Malicious Attachment Scam&#10;&#10;&#10;The Scenario: A fake bill attached as a PDF or ZIP file that contains hidden malware.&#10;&#10;The Data: Research shows that nearly 1 in 10 malicious emails contain a weaponized attachment, with PDFs being the most common file type used to deliver malware.&#10;&#10;The Human Factor&#10;&#10;&#10;The Data: Despite technical defenses, over 80% of successful data breaches involve a human element, such as clicking a phishing link or falling for social engineering."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st Practices &amp; TipsEnable Multi-Factor Authentication (MFA): Adds a critical layer of security.Think Before You Click: If an offer seems too good to be true, it probably is.Report It: Use your organization's &quot;Report Phishing&quot; button immediately"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active Quiz (Engagement Component)&#10;To meet the &quot;interactive&quot; requirement, include a quick knowledge check:&#10;&#10;Question: You receive an urgent email from &quot;HR&quot; asking for your SSN to &quot;verify benefits.&quot; What is the first thing you should do?&#10;&#10;&#10;Answer: Contact the HR department directly through a known, trusted phone number or office visit to verify the request."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ww.linkedin.com/in/star-okereh-b1906a230    starokereh7@gmail.com"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